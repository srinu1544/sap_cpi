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FFF4E-2534-42DB-83AB-72F1303FE8BC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582F9-FE0A-4692-83E7-96486FEB7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125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CB10-D2BF-B42E-2720-2B1252E94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883F5-F4F2-9230-5943-3BD50038B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5E92A-D2F9-998A-303C-028DF43E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63E36-E931-8C67-3D5B-85CEFB4D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7D27B-FE68-0CE0-A5E9-2AF35C2B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86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1E9F-54C2-6A7F-07C0-11251253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90A7F-CE69-4921-BD39-76C8A8682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46F56-9139-3C40-AF24-8C7E7BA8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F71D0-6057-E648-EF06-12C5C2767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EBC10-946C-C1B3-E57C-97600EA6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45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E33C-7596-65B1-C500-A443210A0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4BB71-C3C2-650F-6C47-27754635A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67910-19FB-35CB-AECA-D13C9B67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F12E7-F8DD-E0EB-1093-8F2155C6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B7DC6-46B0-2EE6-E233-9D886072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1321-0C1A-1EA2-1488-B15F6817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2174-E555-5B18-AF19-9D0C17EAB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E07C0-67C2-C409-261E-ED49AE2E7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A6F0A-4188-22E5-620F-25FF9ACD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4E88B-E0BE-4C85-5DCF-95B94A3F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E69DC-14B5-BF14-746C-FD5FF756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91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A414-D519-4AD4-CEC8-8D47AD5B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7AD91-1349-D9E0-331E-A04877AC7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F1275-76C6-24FA-C833-46AA0063D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33C90-0A96-0CF7-96B3-68FFED51B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D3C70-92C5-18C0-8470-D76B50B60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DD035-7BD7-6296-5AF9-74E1FD25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3C2A2-C4C5-AF1E-F809-C702093C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C20A0-A232-B8F1-F1AD-0F8D7390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1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1E02-65E1-6044-2248-1496471ED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9E6AE-5C95-045D-947D-F6317A2A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41B798-5308-5BA7-FCF1-887979BC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52E8A-B8CA-BB37-CCAA-9D191D8DC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00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83A31-4789-B638-DC3C-4E629213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27279-387B-2731-4A0D-A8E57BD90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FD376-95D3-2211-47EC-A52D0FB8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90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8D14-2484-2AF6-008C-6F116A2C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2AA83-F52B-C3E8-7335-769F5054C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8F52F-E6E6-EE80-000E-7C24EC2F0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E54C2-BA09-4451-719C-55F60A5A9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9FA29-FE2E-5C6F-2C34-E009E501C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C755B-BEDE-F1AB-8291-C8BBA2A9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90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FC46-02F6-9474-8E5F-2C03F8D14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1811C-0AA4-80DC-7ADB-2011C25B0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E967-66FD-F085-67C7-B575C34E6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BFAC5-C740-091C-A902-14406C5F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F1A99-8962-D4A4-36EF-2D2D1086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C4210-BF45-D074-8155-D067DE47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838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8861-BF29-2CB0-BE6F-19B4C447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CEF52-67DA-28E4-2075-000FD2EAE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0B2DE-1B1B-EB4B-2EB6-A66EB65E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4D78C-7BFF-E11F-9F95-6CEF7ACE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4A5B4-B88F-F6F5-337D-F87F5761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94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B5EC2-01B1-80FA-37A8-1CA3CBAC0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01A8C-0D8D-9900-E99A-8716E1658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A4490-E513-4011-7D1C-0A96FD7B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D6557-1AF0-5D21-AC2D-F571960B8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F18BE-7DB3-3EBE-349F-577A487E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0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50198-5C39-5D32-0FC4-661E1DCC6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D2172-6D17-561A-3BAD-59DE8A3B8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991EA-1C8E-668E-4AF2-705CC13BA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56D2A-B439-46A3-9CB4-516293BF25A9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A6516-697C-BFD3-8A68-22E0936A9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4B132-7C21-2CDA-ED46-29B591E01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98C20-2CDD-4675-82E7-960C88949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9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2FEB13-3DFE-95E0-907A-E4B496B8E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420" y="2575604"/>
            <a:ext cx="5683542" cy="32640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32D2C9-B432-EBB1-F7A7-2884C3EEF60B}"/>
              </a:ext>
            </a:extLst>
          </p:cNvPr>
          <p:cNvSpPr/>
          <p:nvPr/>
        </p:nvSpPr>
        <p:spPr>
          <a:xfrm>
            <a:off x="3187701" y="368300"/>
            <a:ext cx="497646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CTMS</a:t>
            </a:r>
          </a:p>
        </p:txBody>
      </p:sp>
    </p:spTree>
    <p:extLst>
      <p:ext uri="{BB962C8B-B14F-4D97-AF65-F5344CB8AC3E}">
        <p14:creationId xmlns:p14="http://schemas.microsoft.com/office/powerpoint/2010/main" val="347242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B149B-E388-30A4-4EEF-AFD271C2ABD1}"/>
              </a:ext>
            </a:extLst>
          </p:cNvPr>
          <p:cNvSpPr txBox="1"/>
          <p:nvPr/>
        </p:nvSpPr>
        <p:spPr>
          <a:xfrm>
            <a:off x="508000" y="317500"/>
            <a:ext cx="431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click on transport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96007-B59F-17F4-40D8-6BA210F33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965200"/>
            <a:ext cx="119888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4EE08F-8E49-A7A3-C5A3-233155A28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29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1ED9DC-C90A-489E-32A4-D511309BC1EF}"/>
              </a:ext>
            </a:extLst>
          </p:cNvPr>
          <p:cNvSpPr txBox="1"/>
          <p:nvPr/>
        </p:nvSpPr>
        <p:spPr>
          <a:xfrm>
            <a:off x="127000" y="5918200"/>
            <a:ext cx="863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Give the comment and check propagate and click on the transport </a:t>
            </a:r>
          </a:p>
        </p:txBody>
      </p:sp>
    </p:spTree>
    <p:extLst>
      <p:ext uri="{BB962C8B-B14F-4D97-AF65-F5344CB8AC3E}">
        <p14:creationId xmlns:p14="http://schemas.microsoft.com/office/powerpoint/2010/main" val="284501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37BAD4-536E-B2E3-62EE-FCB7966E0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6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33E81-33B9-FFB5-6AA4-09E94DBE6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016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E5C914-B369-14CC-65EC-A3098DE59970}"/>
              </a:ext>
            </a:extLst>
          </p:cNvPr>
          <p:cNvSpPr txBox="1"/>
          <p:nvPr/>
        </p:nvSpPr>
        <p:spPr>
          <a:xfrm>
            <a:off x="0" y="5245100"/>
            <a:ext cx="1007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Now go to cloud transport management  and go to landscape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403214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67DE0-C0A4-0966-103C-C5C8DE3D8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70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8C7946-A123-A787-5378-3C8FE83E87CC}"/>
              </a:ext>
            </a:extLst>
          </p:cNvPr>
          <p:cNvSpPr txBox="1"/>
          <p:nvPr/>
        </p:nvSpPr>
        <p:spPr>
          <a:xfrm>
            <a:off x="165100" y="5524500"/>
            <a:ext cx="1112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Click on production and go to nodes import queue </a:t>
            </a:r>
          </a:p>
        </p:txBody>
      </p:sp>
    </p:spTree>
    <p:extLst>
      <p:ext uri="{BB962C8B-B14F-4D97-AF65-F5344CB8AC3E}">
        <p14:creationId xmlns:p14="http://schemas.microsoft.com/office/powerpoint/2010/main" val="272270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3CB8CB-0DA3-944F-BCFF-AE4C70D08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46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529D56-FDAF-EABB-7FC5-67A9A2829E71}"/>
              </a:ext>
            </a:extLst>
          </p:cNvPr>
          <p:cNvSpPr txBox="1"/>
          <p:nvPr/>
        </p:nvSpPr>
        <p:spPr>
          <a:xfrm>
            <a:off x="261256" y="4876799"/>
            <a:ext cx="11179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Now check desired package to import and click on the import selected </a:t>
            </a:r>
          </a:p>
        </p:txBody>
      </p:sp>
    </p:spTree>
    <p:extLst>
      <p:ext uri="{BB962C8B-B14F-4D97-AF65-F5344CB8AC3E}">
        <p14:creationId xmlns:p14="http://schemas.microsoft.com/office/powerpoint/2010/main" val="1934095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23B45-A71C-B761-5DFE-BC2666E12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456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3706EC-F584-9901-3DA2-7F6C28CFF268}"/>
              </a:ext>
            </a:extLst>
          </p:cNvPr>
          <p:cNvSpPr txBox="1"/>
          <p:nvPr/>
        </p:nvSpPr>
        <p:spPr>
          <a:xfrm>
            <a:off x="97972" y="5976257"/>
            <a:ext cx="1187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Now click on the ok </a:t>
            </a:r>
          </a:p>
        </p:txBody>
      </p:sp>
    </p:spTree>
    <p:extLst>
      <p:ext uri="{BB962C8B-B14F-4D97-AF65-F5344CB8AC3E}">
        <p14:creationId xmlns:p14="http://schemas.microsoft.com/office/powerpoint/2010/main" val="494445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52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srinu 1544</dc:creator>
  <cp:lastModifiedBy>srinu 1544</cp:lastModifiedBy>
  <cp:revision>2</cp:revision>
  <dcterms:created xsi:type="dcterms:W3CDTF">2025-05-11T09:08:08Z</dcterms:created>
  <dcterms:modified xsi:type="dcterms:W3CDTF">2025-05-11T12:50:57Z</dcterms:modified>
</cp:coreProperties>
</file>